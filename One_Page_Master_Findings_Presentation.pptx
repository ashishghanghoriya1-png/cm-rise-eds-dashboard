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MP TEACHER CPD ECOSYSTEM DIAGNOSTIC STUDY (CPD EDS)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Single-Page Master Research Findings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  <a:gridCol w="18288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Data Fact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Empirical Finding &amp; Quote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Strategic 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Non-Academic Burden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68.3% assigned BLO/MDM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Consumes 25-35% of working hours, stopping teaching.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Cap duties; re-allocate BLO work to data operators.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Training Transfer Deficit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93.3% In-Person, 88.3% CLSS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Application drops to 20-30%. Materials sit in cupboards.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Shift to live classroom model demonstrations.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Digital Proxy Paradox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66.7% paper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High paper completion masks proxy usage on family phones.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Keep DIKSHA supplementary; core TPD face-to-face.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Margdarshika Gap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91.8% received booklets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Booklets sit unopened without guided CAC practice.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Require CACs to co-teach using booklets.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CAC Co-Teaching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Unanimous teacher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Teachers reject register audit; demand live demo lessons.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Re-orient CACs to spend 70% co-teaching in class.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CORE EXECUTIVE POINTERS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1. Workload Relief: 68.3% teachers burdened with BLO duties; stops teaching in 1-teacher schools.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2. Digital Paradox: 66.7% paper completion masks proxy usage &amp; zero content recall.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3. Cupboard Storage Deficit: 91.8% received Margdarshika, but implementation is only 20–30%.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4. TabFM ML Proof: Digital-only yields 0.0% adoption; Full TPD yields 12.0%.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5. Teacher Demand: Live CAC co-teaching &amp; demonstration lessons inside multigrade classrooms.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MP CPD EDS Project  •  Single-Page Master Findings Dashboard  •  Slide 1 of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