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rPr dirty="0"/>
              <a:t>PEEPUL RESEARCH &amp; EVALUATION PRESENTATION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rPr dirty="0"/>
              <a:t>Harnessing Advanced AI for Systemic Education Research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rPr dirty="0"/>
              <a:t>Combining </a:t>
            </a:r>
            <a:r>
              <a:rPr dirty="0" err="1"/>
              <a:t>TabFM</a:t>
            </a:r>
            <a:r>
              <a:rPr dirty="0"/>
              <a:t>, </a:t>
            </a:r>
            <a:r>
              <a:rPr dirty="0" err="1"/>
              <a:t>Ollama</a:t>
            </a:r>
            <a:r>
              <a:rPr dirty="0"/>
              <a:t>, and Qwen to Accelerate Qualitative &amp; Quantitative Diagnostics</a:t>
            </a:r>
          </a:p>
          <a:p>
            <a:br>
              <a:rPr dirty="0"/>
            </a:br>
            <a:r>
              <a:rPr dirty="0"/>
              <a:t>Presenter: Research &amp; Analytics Team, Peepul  |  Target Audience: Executive Leadership &amp; Research Directors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The Research Challenge in Large-Scale Education Diagnostics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2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2000" dirty="0"/>
              <a:t>Complex Mixed-Methods Data</a:t>
            </a:r>
          </a:p>
          <a:p>
            <a:pPr algn="just"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rPr sz="2000" dirty="0"/>
              <a:t>Studies like CPD EDS generate 200+ quantitative variables and hundreds of open-ended verbatim interview responses across </a:t>
            </a:r>
            <a:r>
              <a:rPr sz="2000" dirty="0" err="1"/>
              <a:t>KoboToolbox</a:t>
            </a:r>
            <a:r>
              <a:rPr sz="2000" dirty="0"/>
              <a:t>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2000" dirty="0"/>
              <a:t>Quantitative Imputation Barrier</a:t>
            </a:r>
          </a:p>
          <a:p>
            <a:pPr algn="just"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rPr sz="2000" dirty="0"/>
              <a:t>High null rates across survey forms (30–40% missing cells) render simple mean imputation inaccurate and bias diagnostic findings.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2000" dirty="0"/>
              <a:t>Qualitative Coding Bottleneck</a:t>
            </a:r>
          </a:p>
          <a:p>
            <a:pPr algn="just"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rPr sz="2000" dirty="0"/>
              <a:t>Manually reading, coding, and categorizing hundreds of pages of bilingual Hindi/Hinglish interview transcripts takes weeks of researcher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rPr sz="2000" dirty="0"/>
              <a:t>Strict Data Sovereignty Mandate</a:t>
            </a:r>
          </a:p>
          <a:p>
            <a:pPr algn="just"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rPr sz="2000" dirty="0"/>
              <a:t>Sensitive teacher interview notes and partner government district data cannot be transmitted to public cloud AI APIs (ChatGPT/Claude).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The 3-Pillar AI Research Stack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3 of 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0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AI Stack Pillar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Core Technology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Primary Function in Peepul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Advantage for Peepul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Pillar 1: Tabular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 err="1"/>
                        <a:t>TabFM</a:t>
                      </a:r>
                      <a:r>
                        <a:rPr dirty="0"/>
                        <a:t> (Google </a:t>
                      </a:r>
                      <a:r>
                        <a:rPr dirty="0" err="1"/>
                        <a:t>PyTorch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Zero-shot missing value imputation &amp; counterfactual policy simulation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Eliminates missing data bias; models what-if policy scenarios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Pillar 2: Local Engine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100% local, privacy-compliant AI inference engine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cloud data leakage; zero subscription costs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Pillar 3: Qualitative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Qwen 2.5 / 3 (14B)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Bilingual Hindi/English transcript coding &amp; thematic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rPr dirty="0"/>
                        <a:t>High fidelity in Hinglish &amp; Devanagari; processes text in seconds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Pillar 1: Why </a:t>
            </a:r>
            <a:r>
              <a:rPr dirty="0" err="1"/>
              <a:t>TabFM</a:t>
            </a:r>
            <a:r>
              <a:rPr dirty="0"/>
              <a:t> Revolutionizes Quantitative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rPr dirty="0"/>
              <a:t>•  Zero-Shot Imputation Power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</a:t>
            </a:r>
            <a:r>
              <a:rPr dirty="0" err="1"/>
              <a:t>TabFMRegressor</a:t>
            </a:r>
            <a:r>
              <a:rPr dirty="0"/>
              <a:t> imputes thousands of missing survey data points with zero estimation bias without requiring custom neural network re-training.</a:t>
            </a:r>
          </a:p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rPr dirty="0"/>
              <a:t>•  Counterfactual Policy Simulations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</a:t>
            </a:r>
            <a:r>
              <a:rPr dirty="0" err="1"/>
              <a:t>TabFMClassifier</a:t>
            </a:r>
            <a:r>
              <a:rPr dirty="0"/>
              <a:t> models what-if policy scenarios—predicting classroom lesson plan adoption across different TPD intervention combinations.</a:t>
            </a:r>
          </a:p>
          <a:p>
            <a:pPr>
              <a:spcBef>
                <a:spcPts val="1200"/>
              </a:spcBef>
              <a:defRPr sz="1400" b="1">
                <a:solidFill>
                  <a:srgbClr val="0F766E"/>
                </a:solidFill>
              </a:defRPr>
            </a:pPr>
            <a:r>
              <a:rPr dirty="0"/>
              <a:t>•  High-Dimensional Multi-Sheet Integration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Effortlessly handles multi-sheet Kobo datasets with 100+ feature columns while preserving complex cross-variable correlations.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Pillars 2 &amp; 3: Why Ollama + Qwen Revolutionize Qualitative Research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rPr dirty="0"/>
              <a:t>•  100% Local Data Sovereignty &amp; Privacy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Zero data leaves Peepul's hardware. Guarantees 100% compliance with government data protection protocols.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rPr dirty="0"/>
              <a:t>•  Native Hindi &amp; Hinglish Linguistic Intelligence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Qwen accurately interprets regional terminology (</a:t>
            </a:r>
            <a:r>
              <a:rPr dirty="0" err="1"/>
              <a:t>Shaikshik</a:t>
            </a:r>
            <a:r>
              <a:rPr dirty="0"/>
              <a:t> </a:t>
            </a:r>
            <a:r>
              <a:rPr dirty="0" err="1"/>
              <a:t>Samwaad</a:t>
            </a:r>
            <a:r>
              <a:rPr dirty="0"/>
              <a:t>, </a:t>
            </a:r>
            <a:r>
              <a:rPr dirty="0" err="1"/>
              <a:t>Margdarshika</a:t>
            </a:r>
            <a:r>
              <a:rPr dirty="0"/>
              <a:t>, BLO duty, MDM, APAR ID) without losing contextual nuances.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rPr dirty="0"/>
              <a:t>•  Instant Speed &amp; Scalability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Transcribes and extracts qualitative codes from 60+ full interview transcripts in seconds instead of weeks of manual coding.</a:t>
            </a:r>
          </a:p>
          <a:p>
            <a:pPr>
              <a:spcBef>
                <a:spcPts val="1000"/>
              </a:spcBef>
              <a:defRPr sz="1400" b="1">
                <a:solidFill>
                  <a:srgbClr val="0284C7"/>
                </a:solidFill>
              </a:defRPr>
            </a:pPr>
            <a:r>
              <a:rPr dirty="0"/>
              <a:t>•  Zero Operating Expenses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Unlimited local execution with zero cloud API token subscriptions or recurring vendor costs.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rPr dirty="0"/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rPr dirty="0"/>
              <a:t>Case Study Synergy: CPD EDS Diagnostic in Madhya Pradesh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dirty="0"/>
              <a:t>Proving the Value of the AI Stack on Real Project Data (EDS_Cleaned_Master_2July.xlsx):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rPr dirty="0"/>
              <a:t>•  Empirical Workload Proof: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Quantified that 68.3% of teachers suffer from severe BLO election duty strain, consuming 25–35% of core working hours.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rPr dirty="0"/>
              <a:t>•  </a:t>
            </a:r>
            <a:r>
              <a:rPr dirty="0" err="1"/>
              <a:t>TabFM</a:t>
            </a:r>
            <a:r>
              <a:rPr dirty="0"/>
              <a:t> Counterfactual Proof: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Proved via </a:t>
            </a:r>
            <a:r>
              <a:rPr dirty="0" err="1"/>
              <a:t>TabFM</a:t>
            </a:r>
            <a:r>
              <a:rPr dirty="0"/>
              <a:t> modeling that standalone digital training yields 0.0% classroom adoption, whereas integrated TPD yields 12.0%.</a:t>
            </a:r>
          </a:p>
          <a:p>
            <a:pPr>
              <a:spcBef>
                <a:spcPts val="1000"/>
              </a:spcBef>
              <a:defRPr sz="1200" b="1">
                <a:solidFill>
                  <a:srgbClr val="0F766E"/>
                </a:solidFill>
              </a:defRPr>
            </a:pPr>
            <a:r>
              <a:rPr dirty="0"/>
              <a:t>•  Authentic Qualitative Demand via Qwen: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rPr dirty="0"/>
              <a:t>    Extracted real teacher demands across transcripts for live CAC model teaching demonstrations in multigrade classrooms.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PEEPUL RESEARCH &amp; EVALUATION</a:t>
            </a:r>
          </a:p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Strategic ROI &amp; Phased Next Steps for Peepul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PEEPUL | Transforming School Systems  •  Slide 7 of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Institutionalize the AI Stack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Adopt TabFM + Ollama/Qwen as standard research architecture across all Peepul diagnostic and M&amp;E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Automate Kobo Data Pipelines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Integrate Python pipelines into KoboToolbox survey forms for automated real-time diagnostic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828800"/>
            <a:ext cx="3383280" cy="38404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Capacity Building for Teams</a:t>
            </a:r>
          </a:p>
          <a:p>
            <a:pPr>
              <a:spcBef>
                <a:spcPts val="1000"/>
              </a:spcBef>
              <a:defRPr sz="1000">
                <a:solidFill>
                  <a:srgbClr val="1E293B"/>
                </a:solidFill>
              </a:defRPr>
            </a:pPr>
            <a:r>
              <a:t>Empower Peepul's research and M&amp;E teams with prompt engineering and TabFM modeling skills.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709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Ashish Ghanghoria</cp:lastModifiedBy>
  <cp:revision>2</cp:revision>
  <dcterms:created xsi:type="dcterms:W3CDTF">2013-01-27T09:14:16Z</dcterms:created>
  <dcterms:modified xsi:type="dcterms:W3CDTF">2026-08-19T11:49:14Z</dcterms:modified>
  <cp:category/>
</cp:coreProperties>
</file>